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4" r:id="rId2"/>
  </p:sldMasterIdLst>
  <p:sldIdLst>
    <p:sldId id="294" r:id="rId3"/>
  </p:sldIdLst>
  <p:sldSz cx="9906000" cy="6858000" type="A4"/>
  <p:notesSz cx="9906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544" autoAdjust="0"/>
  </p:normalViewPr>
  <p:slideViewPr>
    <p:cSldViewPr>
      <p:cViewPr varScale="1">
        <p:scale>
          <a:sx n="110" d="100"/>
          <a:sy n="110" d="100"/>
        </p:scale>
        <p:origin x="1304" y="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1.xml"/><Relationship Id="rId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04040"/>
                </a:solidFill>
                <a:latin typeface="Arial Unicode MS"/>
                <a:cs typeface="Arial Unicode MS"/>
              </a:defRPr>
            </a:lvl1pPr>
          </a:lstStyle>
          <a:p>
            <a:pPr marL="116205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z="800" spc="30" dirty="0"/>
              <a:t>‹#›</a:t>
            </a:fld>
            <a:endParaRPr sz="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9530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0159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04040"/>
                </a:solidFill>
                <a:latin typeface="Arial Unicode MS"/>
                <a:cs typeface="Arial Unicode MS"/>
              </a:defRPr>
            </a:lvl1pPr>
          </a:lstStyle>
          <a:p>
            <a:pPr marL="116205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z="800" spc="30" dirty="0"/>
              <a:t>‹#›</a:t>
            </a:fld>
            <a:endParaRPr sz="8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거버닝 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/>
          <p:cNvGrpSpPr/>
          <p:nvPr userDrawn="1"/>
        </p:nvGrpSpPr>
        <p:grpSpPr>
          <a:xfrm>
            <a:off x="0" y="-4"/>
            <a:ext cx="9906000" cy="1567651"/>
            <a:chOff x="0" y="-5"/>
            <a:chExt cx="10693400" cy="1728408"/>
          </a:xfrm>
        </p:grpSpPr>
        <p:sp>
          <p:nvSpPr>
            <p:cNvPr id="29" name="직사각형 28"/>
            <p:cNvSpPr/>
            <p:nvPr/>
          </p:nvSpPr>
          <p:spPr>
            <a:xfrm>
              <a:off x="0" y="-5"/>
              <a:ext cx="10693400" cy="1728408"/>
            </a:xfrm>
            <a:prstGeom prst="rect">
              <a:avLst/>
            </a:prstGeom>
            <a:pattFill prst="dkUpDiag">
              <a:fgClr>
                <a:srgbClr val="D2D2D2"/>
              </a:fgClr>
              <a:bgClr>
                <a:schemeClr val="bg1"/>
              </a:bgClr>
            </a:pattFill>
            <a:ln w="12700" algn="ctr">
              <a:noFill/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endParaRPr lang="ko-KR" altLang="en-US" dirty="0">
                <a:solidFill>
                  <a:schemeClr val="tx1"/>
                </a:solidFill>
                <a:latin typeface="-윤고딕140" pitchFamily="50" charset="-127"/>
                <a:ea typeface="-윤고딕140" pitchFamily="50" charset="-127"/>
              </a:endParaRPr>
            </a:p>
          </p:txBody>
        </p:sp>
        <p:cxnSp>
          <p:nvCxnSpPr>
            <p:cNvPr id="30" name="직선 연결선 29"/>
            <p:cNvCxnSpPr/>
            <p:nvPr/>
          </p:nvCxnSpPr>
          <p:spPr>
            <a:xfrm>
              <a:off x="700" y="1722053"/>
              <a:ext cx="10692000" cy="0"/>
            </a:xfrm>
            <a:prstGeom prst="line">
              <a:avLst/>
            </a:prstGeom>
            <a:ln w="19050">
              <a:solidFill>
                <a:srgbClr val="00978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 Box 761"/>
          <p:cNvSpPr txBox="1">
            <a:spLocks noChangeArrowheads="1"/>
          </p:cNvSpPr>
          <p:nvPr userDrawn="1"/>
        </p:nvSpPr>
        <p:spPr bwMode="auto">
          <a:xfrm>
            <a:off x="7020671" y="518122"/>
            <a:ext cx="2368005" cy="195910"/>
          </a:xfrm>
          <a:prstGeom prst="roundRect">
            <a:avLst>
              <a:gd name="adj" fmla="val 0"/>
            </a:avLst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/>
          <a:lstStyle>
            <a:lvl1pPr marL="342900" marR="0" lvl="0" indent="-342900" algn="r" defTabSz="1042988" eaLnBrk="0" hangingPunct="0">
              <a:lnSpc>
                <a:spcPct val="100000"/>
              </a:lnSpc>
              <a:buClrTx/>
              <a:buSzTx/>
              <a:buFontTx/>
              <a:buNone/>
              <a:tabLst/>
              <a:defRPr kumimoji="0" sz="1300">
                <a:solidFill>
                  <a:schemeClr val="tx1">
                    <a:lumMod val="85000"/>
                    <a:lumOff val="15000"/>
                  </a:schemeClr>
                </a:solidFill>
                <a:latin typeface="나눔고딕 Bold" pitchFamily="50" charset="-127"/>
                <a:ea typeface="나눔고딕 Bold" pitchFamily="50" charset="-127"/>
              </a:defRPr>
            </a:lvl1pPr>
            <a:lvl2pPr marL="807270" indent="-309425" eaLnBrk="0" hangingPunct="0">
              <a:spcBef>
                <a:spcPct val="20000"/>
              </a:spcBef>
              <a:buFont typeface="-윤고딕140" pitchFamily="34" charset="0"/>
              <a:buChar char="–"/>
              <a:defRPr sz="3000">
                <a:latin typeface="+mn-lt"/>
                <a:ea typeface="+mn-ea"/>
              </a:defRPr>
            </a:lvl2pPr>
            <a:lvl3pPr marL="1242885" indent="-247194" eaLnBrk="0" hangingPunct="0">
              <a:spcBef>
                <a:spcPct val="20000"/>
              </a:spcBef>
              <a:buFont typeface="-윤고딕140" pitchFamily="34" charset="0"/>
              <a:buChar char="•"/>
              <a:defRPr sz="2600">
                <a:latin typeface="+mn-lt"/>
                <a:ea typeface="+mn-ea"/>
              </a:defRPr>
            </a:lvl3pPr>
            <a:lvl4pPr marL="1740730" indent="-247194" eaLnBrk="0" hangingPunct="0">
              <a:spcBef>
                <a:spcPct val="20000"/>
              </a:spcBef>
              <a:buFont typeface="-윤고딕140" pitchFamily="34" charset="0"/>
              <a:buChar char="–"/>
              <a:defRPr sz="2200">
                <a:latin typeface="+mn-lt"/>
                <a:ea typeface="+mn-ea"/>
              </a:defRPr>
            </a:lvl4pPr>
            <a:lvl5pPr marL="2238575" indent="-247194" eaLnBrk="0" hangingPunct="0">
              <a:spcBef>
                <a:spcPct val="20000"/>
              </a:spcBef>
              <a:buFont typeface="-윤고딕140" pitchFamily="34" charset="0"/>
              <a:buChar char="»"/>
              <a:defRPr sz="2200">
                <a:latin typeface="+mn-lt"/>
                <a:ea typeface="+mn-ea"/>
              </a:defRPr>
            </a:lvl5pPr>
            <a:lvl6pPr marL="2737930" indent="-248903" defTabSz="995611">
              <a:spcBef>
                <a:spcPct val="20000"/>
              </a:spcBef>
              <a:buFont typeface="-윤고딕140" pitchFamily="34" charset="0"/>
              <a:buChar char="•"/>
              <a:defRPr sz="2200">
                <a:latin typeface="+mn-lt"/>
                <a:ea typeface="+mn-ea"/>
              </a:defRPr>
            </a:lvl6pPr>
            <a:lvl7pPr marL="3235735" indent="-248903" defTabSz="995611">
              <a:spcBef>
                <a:spcPct val="20000"/>
              </a:spcBef>
              <a:buFont typeface="-윤고딕140" pitchFamily="34" charset="0"/>
              <a:buChar char="•"/>
              <a:defRPr sz="2200">
                <a:latin typeface="+mn-lt"/>
                <a:ea typeface="+mn-ea"/>
              </a:defRPr>
            </a:lvl7pPr>
            <a:lvl8pPr marL="3733541" indent="-248903" defTabSz="995611">
              <a:spcBef>
                <a:spcPct val="20000"/>
              </a:spcBef>
              <a:buFont typeface="-윤고딕140" pitchFamily="34" charset="0"/>
              <a:buChar char="•"/>
              <a:defRPr sz="2200">
                <a:latin typeface="+mn-lt"/>
                <a:ea typeface="+mn-ea"/>
              </a:defRPr>
            </a:lvl8pPr>
            <a:lvl9pPr marL="4231347" indent="-248903" defTabSz="995611">
              <a:spcBef>
                <a:spcPct val="20000"/>
              </a:spcBef>
              <a:buFont typeface="-윤고딕140" pitchFamily="34" charset="0"/>
              <a:buChar char="•"/>
              <a:defRPr sz="2200">
                <a:latin typeface="+mn-lt"/>
                <a:ea typeface="+mn-ea"/>
              </a:defRPr>
            </a:lvl9pPr>
          </a:lstStyle>
          <a:p>
            <a:pPr marL="311010" marR="0" lvl="0" indent="-311010" algn="r" defTabSz="94599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179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 Bold" pitchFamily="50" charset="-127"/>
                <a:ea typeface="나눔고딕 Bold" pitchFamily="50" charset="-127"/>
                <a:cs typeface="+mn-cs"/>
                <a:sym typeface="-윤고딕140" pitchFamily="2" charset="2"/>
              </a:rPr>
              <a:t>별첨</a:t>
            </a:r>
            <a:endParaRPr kumimoji="0" lang="ko-KR" altLang="en-US" sz="1179" b="1" kern="1200" dirty="0">
              <a:solidFill>
                <a:schemeClr val="tx1">
                  <a:lumMod val="85000"/>
                  <a:lumOff val="15000"/>
                </a:schemeClr>
              </a:solidFill>
              <a:latin typeface="나눔고딕 Bold" pitchFamily="50" charset="-127"/>
              <a:ea typeface="나눔고딕 Bold" pitchFamily="50" charset="-127"/>
              <a:cs typeface="+mn-cs"/>
              <a:sym typeface="-윤고딕140" pitchFamily="2" charset="2"/>
            </a:endParaRPr>
          </a:p>
        </p:txBody>
      </p:sp>
      <p:sp>
        <p:nvSpPr>
          <p:cNvPr id="35" name="텍스트 개체 틀 12"/>
          <p:cNvSpPr>
            <a:spLocks noGrp="1"/>
          </p:cNvSpPr>
          <p:nvPr>
            <p:ph type="body" sz="quarter" idx="12"/>
          </p:nvPr>
        </p:nvSpPr>
        <p:spPr>
          <a:xfrm>
            <a:off x="517789" y="518122"/>
            <a:ext cx="7336817" cy="19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/>
          <a:lstStyle>
            <a:lvl1pPr marL="311010" marR="0" indent="-311010" algn="l" defTabSz="94599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ko-KR" altLang="en-US" sz="1088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고딕 Bold" pitchFamily="50" charset="-127"/>
                <a:ea typeface="나눔고딕 Bold" pitchFamily="50" charset="-127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41" name="텍스트 개체 틀 12"/>
          <p:cNvSpPr>
            <a:spLocks noGrp="1"/>
          </p:cNvSpPr>
          <p:nvPr>
            <p:ph type="body" sz="quarter" idx="13"/>
          </p:nvPr>
        </p:nvSpPr>
        <p:spPr>
          <a:xfrm>
            <a:off x="517789" y="718630"/>
            <a:ext cx="7336817" cy="19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/>
          <a:lstStyle>
            <a:lvl1pPr marL="311010" marR="0" indent="-311010" algn="l" defTabSz="94599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ko-KR" altLang="en-US" sz="1088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고딕 Bold" pitchFamily="50" charset="-127"/>
                <a:ea typeface="나눔고딕 Bold" pitchFamily="50" charset="-127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42" name="텍스트 개체 틀 12"/>
          <p:cNvSpPr>
            <a:spLocks noGrp="1"/>
          </p:cNvSpPr>
          <p:nvPr>
            <p:ph type="body" sz="quarter" idx="15"/>
          </p:nvPr>
        </p:nvSpPr>
        <p:spPr>
          <a:xfrm>
            <a:off x="517429" y="987736"/>
            <a:ext cx="8870879" cy="4245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t"/>
          <a:lstStyle>
            <a:lvl1pPr marL="0" marR="0" indent="0" algn="l" defTabSz="945990" rtl="0" eaLnBrk="0" fontAlgn="base" latinLnBrk="0" hangingPunct="0">
              <a:lnSpc>
                <a:spcPct val="100000"/>
              </a:lnSpc>
              <a:spcBef>
                <a:spcPts val="272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ko-KR" altLang="en-US" sz="127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844770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거버닝 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그룹 20"/>
          <p:cNvGrpSpPr/>
          <p:nvPr userDrawn="1"/>
        </p:nvGrpSpPr>
        <p:grpSpPr>
          <a:xfrm>
            <a:off x="0" y="-4"/>
            <a:ext cx="9906000" cy="986334"/>
            <a:chOff x="0" y="-5"/>
            <a:chExt cx="10693400" cy="1087479"/>
          </a:xfrm>
        </p:grpSpPr>
        <p:sp>
          <p:nvSpPr>
            <p:cNvPr id="22" name="직사각형 21"/>
            <p:cNvSpPr/>
            <p:nvPr/>
          </p:nvSpPr>
          <p:spPr>
            <a:xfrm>
              <a:off x="0" y="-5"/>
              <a:ext cx="10693400" cy="1079505"/>
            </a:xfrm>
            <a:prstGeom prst="rect">
              <a:avLst/>
            </a:prstGeom>
            <a:pattFill prst="dkUpDiag">
              <a:fgClr>
                <a:srgbClr val="D2D2D2"/>
              </a:fgClr>
              <a:bgClr>
                <a:schemeClr val="bg1"/>
              </a:bgClr>
            </a:pattFill>
            <a:ln w="12700" algn="ctr">
              <a:noFill/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endParaRPr lang="ko-KR" altLang="en-US" dirty="0">
                <a:solidFill>
                  <a:schemeClr val="tx1"/>
                </a:solidFill>
                <a:latin typeface="-윤고딕140" pitchFamily="50" charset="-127"/>
                <a:ea typeface="-윤고딕140" pitchFamily="50" charset="-127"/>
              </a:endParaRPr>
            </a:p>
          </p:txBody>
        </p:sp>
        <p:cxnSp>
          <p:nvCxnSpPr>
            <p:cNvPr id="25" name="직선 연결선 24"/>
            <p:cNvCxnSpPr/>
            <p:nvPr/>
          </p:nvCxnSpPr>
          <p:spPr>
            <a:xfrm>
              <a:off x="700" y="1087474"/>
              <a:ext cx="10692000" cy="0"/>
            </a:xfrm>
            <a:prstGeom prst="line">
              <a:avLst/>
            </a:prstGeom>
            <a:ln w="19050">
              <a:solidFill>
                <a:srgbClr val="00978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 Box 761"/>
          <p:cNvSpPr txBox="1">
            <a:spLocks noChangeArrowheads="1"/>
          </p:cNvSpPr>
          <p:nvPr userDrawn="1"/>
        </p:nvSpPr>
        <p:spPr bwMode="auto">
          <a:xfrm>
            <a:off x="7020671" y="518122"/>
            <a:ext cx="2368005" cy="195910"/>
          </a:xfrm>
          <a:prstGeom prst="roundRect">
            <a:avLst>
              <a:gd name="adj" fmla="val 0"/>
            </a:avLst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/>
          <a:lstStyle>
            <a:lvl1pPr marL="342900" marR="0" lvl="0" indent="-342900" algn="r" defTabSz="1042988" eaLnBrk="0" hangingPunct="0">
              <a:lnSpc>
                <a:spcPct val="100000"/>
              </a:lnSpc>
              <a:buClrTx/>
              <a:buSzTx/>
              <a:buFontTx/>
              <a:buNone/>
              <a:tabLst/>
              <a:defRPr kumimoji="0" sz="1300">
                <a:solidFill>
                  <a:schemeClr val="tx1">
                    <a:lumMod val="85000"/>
                    <a:lumOff val="15000"/>
                  </a:schemeClr>
                </a:solidFill>
                <a:latin typeface="나눔고딕 Bold" pitchFamily="50" charset="-127"/>
                <a:ea typeface="나눔고딕 Bold" pitchFamily="50" charset="-127"/>
              </a:defRPr>
            </a:lvl1pPr>
            <a:lvl2pPr marL="807270" indent="-309425" eaLnBrk="0" hangingPunct="0">
              <a:spcBef>
                <a:spcPct val="20000"/>
              </a:spcBef>
              <a:buFont typeface="-윤고딕140" pitchFamily="34" charset="0"/>
              <a:buChar char="–"/>
              <a:defRPr sz="3000">
                <a:latin typeface="+mn-lt"/>
                <a:ea typeface="+mn-ea"/>
              </a:defRPr>
            </a:lvl2pPr>
            <a:lvl3pPr marL="1242885" indent="-247194" eaLnBrk="0" hangingPunct="0">
              <a:spcBef>
                <a:spcPct val="20000"/>
              </a:spcBef>
              <a:buFont typeface="-윤고딕140" pitchFamily="34" charset="0"/>
              <a:buChar char="•"/>
              <a:defRPr sz="2600">
                <a:latin typeface="+mn-lt"/>
                <a:ea typeface="+mn-ea"/>
              </a:defRPr>
            </a:lvl3pPr>
            <a:lvl4pPr marL="1740730" indent="-247194" eaLnBrk="0" hangingPunct="0">
              <a:spcBef>
                <a:spcPct val="20000"/>
              </a:spcBef>
              <a:buFont typeface="-윤고딕140" pitchFamily="34" charset="0"/>
              <a:buChar char="–"/>
              <a:defRPr sz="2200">
                <a:latin typeface="+mn-lt"/>
                <a:ea typeface="+mn-ea"/>
              </a:defRPr>
            </a:lvl4pPr>
            <a:lvl5pPr marL="2238575" indent="-247194" eaLnBrk="0" hangingPunct="0">
              <a:spcBef>
                <a:spcPct val="20000"/>
              </a:spcBef>
              <a:buFont typeface="-윤고딕140" pitchFamily="34" charset="0"/>
              <a:buChar char="»"/>
              <a:defRPr sz="2200">
                <a:latin typeface="+mn-lt"/>
                <a:ea typeface="+mn-ea"/>
              </a:defRPr>
            </a:lvl5pPr>
            <a:lvl6pPr marL="2737930" indent="-248903" defTabSz="995611">
              <a:spcBef>
                <a:spcPct val="20000"/>
              </a:spcBef>
              <a:buFont typeface="-윤고딕140" pitchFamily="34" charset="0"/>
              <a:buChar char="•"/>
              <a:defRPr sz="2200">
                <a:latin typeface="+mn-lt"/>
                <a:ea typeface="+mn-ea"/>
              </a:defRPr>
            </a:lvl6pPr>
            <a:lvl7pPr marL="3235735" indent="-248903" defTabSz="995611">
              <a:spcBef>
                <a:spcPct val="20000"/>
              </a:spcBef>
              <a:buFont typeface="-윤고딕140" pitchFamily="34" charset="0"/>
              <a:buChar char="•"/>
              <a:defRPr sz="2200">
                <a:latin typeface="+mn-lt"/>
                <a:ea typeface="+mn-ea"/>
              </a:defRPr>
            </a:lvl7pPr>
            <a:lvl8pPr marL="3733541" indent="-248903" defTabSz="995611">
              <a:spcBef>
                <a:spcPct val="20000"/>
              </a:spcBef>
              <a:buFont typeface="-윤고딕140" pitchFamily="34" charset="0"/>
              <a:buChar char="•"/>
              <a:defRPr sz="2200">
                <a:latin typeface="+mn-lt"/>
                <a:ea typeface="+mn-ea"/>
              </a:defRPr>
            </a:lvl8pPr>
            <a:lvl9pPr marL="4231347" indent="-248903" defTabSz="995611">
              <a:spcBef>
                <a:spcPct val="20000"/>
              </a:spcBef>
              <a:buFont typeface="-윤고딕140" pitchFamily="34" charset="0"/>
              <a:buChar char="•"/>
              <a:defRPr sz="2200">
                <a:latin typeface="+mn-lt"/>
                <a:ea typeface="+mn-ea"/>
              </a:defRPr>
            </a:lvl9pPr>
          </a:lstStyle>
          <a:p>
            <a:pPr marL="311010" marR="0" lvl="0" indent="-311010" algn="r" defTabSz="94599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179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 Bold" pitchFamily="50" charset="-127"/>
                <a:ea typeface="나눔고딕 Bold" pitchFamily="50" charset="-127"/>
                <a:cs typeface="+mn-cs"/>
                <a:sym typeface="-윤고딕140" pitchFamily="2" charset="2"/>
              </a:rPr>
              <a:t>별첨</a:t>
            </a:r>
            <a:endParaRPr kumimoji="0" lang="ko-KR" altLang="en-US" sz="1179" b="1" kern="1200" dirty="0">
              <a:solidFill>
                <a:schemeClr val="tx1">
                  <a:lumMod val="85000"/>
                  <a:lumOff val="15000"/>
                </a:schemeClr>
              </a:solidFill>
              <a:latin typeface="나눔고딕 Bold" pitchFamily="50" charset="-127"/>
              <a:ea typeface="나눔고딕 Bold" pitchFamily="50" charset="-127"/>
              <a:cs typeface="+mn-cs"/>
              <a:sym typeface="-윤고딕140" pitchFamily="2" charset="2"/>
            </a:endParaRPr>
          </a:p>
        </p:txBody>
      </p:sp>
      <p:sp>
        <p:nvSpPr>
          <p:cNvPr id="37" name="텍스트 개체 틀 12"/>
          <p:cNvSpPr>
            <a:spLocks noGrp="1"/>
          </p:cNvSpPr>
          <p:nvPr>
            <p:ph type="body" sz="quarter" idx="12"/>
          </p:nvPr>
        </p:nvSpPr>
        <p:spPr>
          <a:xfrm>
            <a:off x="517789" y="518122"/>
            <a:ext cx="7336817" cy="19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/>
          <a:lstStyle>
            <a:lvl1pPr marL="311010" marR="0" indent="-311010" algn="l" defTabSz="94599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ko-KR" altLang="en-US" sz="1088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고딕 Bold" pitchFamily="50" charset="-127"/>
                <a:ea typeface="나눔고딕 Bold" pitchFamily="50" charset="-127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8" name="텍스트 개체 틀 12"/>
          <p:cNvSpPr>
            <a:spLocks noGrp="1"/>
          </p:cNvSpPr>
          <p:nvPr>
            <p:ph type="body" sz="quarter" idx="13"/>
          </p:nvPr>
        </p:nvSpPr>
        <p:spPr>
          <a:xfrm>
            <a:off x="517789" y="718630"/>
            <a:ext cx="7336817" cy="19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/>
          <a:lstStyle>
            <a:lvl1pPr marL="311010" marR="0" indent="-311010" algn="l" defTabSz="94599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ko-KR" altLang="en-US" sz="1088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고딕 Bold" pitchFamily="50" charset="-127"/>
                <a:ea typeface="나눔고딕 Bold" pitchFamily="50" charset="-127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303971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752729"/>
            <a:ext cx="9906000" cy="6350"/>
          </a:xfrm>
          <a:custGeom>
            <a:avLst/>
            <a:gdLst/>
            <a:ahLst/>
            <a:cxnLst/>
            <a:rect l="l" t="t" r="r" b="b"/>
            <a:pathLst>
              <a:path w="9906000" h="6350">
                <a:moveTo>
                  <a:pt x="0" y="0"/>
                </a:moveTo>
                <a:lnTo>
                  <a:pt x="0" y="6350"/>
                </a:lnTo>
                <a:lnTo>
                  <a:pt x="9905999" y="6350"/>
                </a:lnTo>
                <a:lnTo>
                  <a:pt x="9905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7B73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30237" y="2572829"/>
            <a:ext cx="8645525" cy="38379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845558" y="6617988"/>
            <a:ext cx="334010" cy="1568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404040"/>
                </a:solidFill>
                <a:latin typeface="Arial Unicode MS"/>
                <a:cs typeface="Arial Unicode MS"/>
              </a:defRPr>
            </a:lvl1pPr>
          </a:lstStyle>
          <a:p>
            <a:pPr marL="116205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z="800" spc="30" dirty="0"/>
              <a:t>‹#›</a:t>
            </a:fld>
            <a:endParaRPr sz="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3"/>
          <p:cNvSpPr>
            <a:spLocks noChangeArrowheads="1"/>
          </p:cNvSpPr>
          <p:nvPr userDrawn="1"/>
        </p:nvSpPr>
        <p:spPr bwMode="auto">
          <a:xfrm>
            <a:off x="4554467" y="6524097"/>
            <a:ext cx="797068" cy="1116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algn="ctr" defTabSz="903034" latinLnBrk="0">
              <a:defRPr/>
            </a:pPr>
            <a:r>
              <a:rPr lang="en-US" altLang="ko-KR" sz="726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-윤고딕140" pitchFamily="34" charset="0"/>
                <a:ea typeface="-윤고딕320" panose="02030504000101010101" pitchFamily="18" charset="-127"/>
                <a:cs typeface="-윤고딕140" pitchFamily="34" charset="0"/>
              </a:rPr>
              <a:t>- </a:t>
            </a:r>
            <a:fld id="{985D6359-8943-468D-BD04-02B47A526BF3}" type="slidenum">
              <a:rPr lang="en-US" altLang="ko-KR" sz="726" spc="0" smtClean="0">
                <a:solidFill>
                  <a:schemeClr val="tx1">
                    <a:lumMod val="85000"/>
                    <a:lumOff val="15000"/>
                  </a:schemeClr>
                </a:solidFill>
                <a:latin typeface="-윤고딕140" pitchFamily="34" charset="0"/>
                <a:ea typeface="-윤고딕320" panose="02030504000101010101" pitchFamily="18" charset="-127"/>
                <a:cs typeface="-윤고딕140" pitchFamily="34" charset="0"/>
              </a:rPr>
              <a:pPr algn="ctr" defTabSz="903034" latinLnBrk="0">
                <a:defRPr/>
              </a:pPr>
              <a:t>‹#›</a:t>
            </a:fld>
            <a:r>
              <a:rPr lang="en-US" altLang="ko-KR" sz="726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-윤고딕140" pitchFamily="34" charset="0"/>
                <a:ea typeface="-윤고딕320" panose="02030504000101010101" pitchFamily="18" charset="-127"/>
                <a:cs typeface="-윤고딕140" pitchFamily="34" charset="0"/>
              </a:rPr>
              <a:t> -</a:t>
            </a:r>
          </a:p>
        </p:txBody>
      </p:sp>
      <p:pic>
        <p:nvPicPr>
          <p:cNvPr id="3" name="bg object 17">
            <a:extLst>
              <a:ext uri="{FF2B5EF4-FFF2-40B4-BE49-F238E27FC236}">
                <a16:creationId xmlns="" xmlns:a16="http://schemas.microsoft.com/office/drawing/2014/main" id="{9EB24157-09A9-E6A3-9B85-CEC6E16F7FF9}"/>
              </a:ext>
            </a:extLst>
          </p:cNvPr>
          <p:cNvPicPr/>
          <p:nvPr userDrawn="1"/>
        </p:nvPicPr>
        <p:blipFill>
          <a:blip r:embed="rId4" cstate="print"/>
          <a:stretch>
            <a:fillRect/>
          </a:stretch>
        </p:blipFill>
        <p:spPr>
          <a:xfrm>
            <a:off x="8763000" y="6522808"/>
            <a:ext cx="864056" cy="258992"/>
          </a:xfrm>
          <a:prstGeom prst="rect">
            <a:avLst/>
          </a:prstGeom>
        </p:spPr>
      </p:pic>
      <p:pic>
        <p:nvPicPr>
          <p:cNvPr id="4" name="bg object 18">
            <a:extLst>
              <a:ext uri="{FF2B5EF4-FFF2-40B4-BE49-F238E27FC236}">
                <a16:creationId xmlns="" xmlns:a16="http://schemas.microsoft.com/office/drawing/2014/main" id="{6F5361AE-3C94-D6C7-D87F-FD8B05C5718C}"/>
              </a:ext>
            </a:extLst>
          </p:cNvPr>
          <p:cNvPicPr/>
          <p:nvPr userDrawn="1"/>
        </p:nvPicPr>
        <p:blipFill>
          <a:blip r:embed="rId5" cstate="print"/>
          <a:stretch>
            <a:fillRect/>
          </a:stretch>
        </p:blipFill>
        <p:spPr>
          <a:xfrm>
            <a:off x="304800" y="6522808"/>
            <a:ext cx="885444" cy="248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816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</p:sldLayoutIdLst>
  <p:txStyles>
    <p:titleStyle>
      <a:lvl1pPr algn="ctr" defTabSz="901524" rtl="0" eaLnBrk="0" fontAlgn="base" latinLnBrk="1" hangingPunct="0">
        <a:spcBef>
          <a:spcPct val="0"/>
        </a:spcBef>
        <a:spcAft>
          <a:spcPct val="0"/>
        </a:spcAft>
        <a:defRPr sz="4354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901524" rtl="0" eaLnBrk="0" fontAlgn="base" latinLnBrk="1" hangingPunct="0">
        <a:spcBef>
          <a:spcPct val="0"/>
        </a:spcBef>
        <a:spcAft>
          <a:spcPct val="0"/>
        </a:spcAft>
        <a:defRPr sz="4354">
          <a:solidFill>
            <a:schemeClr val="tx1"/>
          </a:solidFill>
          <a:latin typeface="-윤고딕140" pitchFamily="50" charset="-127"/>
          <a:ea typeface="-윤고딕140" pitchFamily="50" charset="-127"/>
        </a:defRPr>
      </a:lvl2pPr>
      <a:lvl3pPr algn="ctr" defTabSz="901524" rtl="0" eaLnBrk="0" fontAlgn="base" latinLnBrk="1" hangingPunct="0">
        <a:spcBef>
          <a:spcPct val="0"/>
        </a:spcBef>
        <a:spcAft>
          <a:spcPct val="0"/>
        </a:spcAft>
        <a:defRPr sz="4354">
          <a:solidFill>
            <a:schemeClr val="tx1"/>
          </a:solidFill>
          <a:latin typeface="-윤고딕140" pitchFamily="50" charset="-127"/>
          <a:ea typeface="-윤고딕140" pitchFamily="50" charset="-127"/>
        </a:defRPr>
      </a:lvl3pPr>
      <a:lvl4pPr algn="ctr" defTabSz="901524" rtl="0" eaLnBrk="0" fontAlgn="base" latinLnBrk="1" hangingPunct="0">
        <a:spcBef>
          <a:spcPct val="0"/>
        </a:spcBef>
        <a:spcAft>
          <a:spcPct val="0"/>
        </a:spcAft>
        <a:defRPr sz="4354">
          <a:solidFill>
            <a:schemeClr val="tx1"/>
          </a:solidFill>
          <a:latin typeface="-윤고딕140" pitchFamily="50" charset="-127"/>
          <a:ea typeface="-윤고딕140" pitchFamily="50" charset="-127"/>
        </a:defRPr>
      </a:lvl4pPr>
      <a:lvl5pPr algn="ctr" defTabSz="901524" rtl="0" eaLnBrk="0" fontAlgn="base" latinLnBrk="1" hangingPunct="0">
        <a:spcBef>
          <a:spcPct val="0"/>
        </a:spcBef>
        <a:spcAft>
          <a:spcPct val="0"/>
        </a:spcAft>
        <a:defRPr sz="4354">
          <a:solidFill>
            <a:schemeClr val="tx1"/>
          </a:solidFill>
          <a:latin typeface="-윤고딕140" pitchFamily="50" charset="-127"/>
          <a:ea typeface="-윤고딕140" pitchFamily="50" charset="-127"/>
        </a:defRPr>
      </a:lvl5pPr>
      <a:lvl6pPr marL="451545" algn="ctr" defTabSz="901524" rtl="0" fontAlgn="base" latinLnBrk="1">
        <a:spcBef>
          <a:spcPct val="0"/>
        </a:spcBef>
        <a:spcAft>
          <a:spcPct val="0"/>
        </a:spcAft>
        <a:defRPr sz="4354">
          <a:solidFill>
            <a:schemeClr val="tx1"/>
          </a:solidFill>
          <a:latin typeface="-윤고딕140" pitchFamily="50" charset="-127"/>
          <a:ea typeface="-윤고딕140" pitchFamily="50" charset="-127"/>
        </a:defRPr>
      </a:lvl6pPr>
      <a:lvl7pPr marL="903091" algn="ctr" defTabSz="901524" rtl="0" fontAlgn="base" latinLnBrk="1">
        <a:spcBef>
          <a:spcPct val="0"/>
        </a:spcBef>
        <a:spcAft>
          <a:spcPct val="0"/>
        </a:spcAft>
        <a:defRPr sz="4354">
          <a:solidFill>
            <a:schemeClr val="tx1"/>
          </a:solidFill>
          <a:latin typeface="-윤고딕140" pitchFamily="50" charset="-127"/>
          <a:ea typeface="-윤고딕140" pitchFamily="50" charset="-127"/>
        </a:defRPr>
      </a:lvl7pPr>
      <a:lvl8pPr marL="1354636" algn="ctr" defTabSz="901524" rtl="0" fontAlgn="base" latinLnBrk="1">
        <a:spcBef>
          <a:spcPct val="0"/>
        </a:spcBef>
        <a:spcAft>
          <a:spcPct val="0"/>
        </a:spcAft>
        <a:defRPr sz="4354">
          <a:solidFill>
            <a:schemeClr val="tx1"/>
          </a:solidFill>
          <a:latin typeface="-윤고딕140" pitchFamily="50" charset="-127"/>
          <a:ea typeface="-윤고딕140" pitchFamily="50" charset="-127"/>
        </a:defRPr>
      </a:lvl8pPr>
      <a:lvl9pPr marL="1806182" algn="ctr" defTabSz="901524" rtl="0" fontAlgn="base" latinLnBrk="1">
        <a:spcBef>
          <a:spcPct val="0"/>
        </a:spcBef>
        <a:spcAft>
          <a:spcPct val="0"/>
        </a:spcAft>
        <a:defRPr sz="4354">
          <a:solidFill>
            <a:schemeClr val="tx1"/>
          </a:solidFill>
          <a:latin typeface="-윤고딕140" pitchFamily="50" charset="-127"/>
          <a:ea typeface="-윤고딕140" pitchFamily="50" charset="-127"/>
        </a:defRPr>
      </a:lvl9pPr>
    </p:titleStyle>
    <p:bodyStyle>
      <a:lvl1pPr marL="337092" indent="-337092" algn="l" defTabSz="901524" rtl="0" eaLnBrk="0" fontAlgn="base" latinLnBrk="1" hangingPunct="0">
        <a:spcBef>
          <a:spcPct val="20000"/>
        </a:spcBef>
        <a:spcAft>
          <a:spcPct val="0"/>
        </a:spcAft>
        <a:buFont typeface="-윤고딕140" pitchFamily="34" charset="0"/>
        <a:buChar char="•"/>
        <a:defRPr sz="3175" kern="1200">
          <a:solidFill>
            <a:schemeClr val="tx1"/>
          </a:solidFill>
          <a:latin typeface="+mn-lt"/>
          <a:ea typeface="+mn-ea"/>
          <a:cs typeface="+mn-cs"/>
        </a:defRPr>
      </a:lvl1pPr>
      <a:lvl2pPr marL="732194" indent="-280648" algn="l" defTabSz="901524" rtl="0" eaLnBrk="0" fontAlgn="base" latinLnBrk="1" hangingPunct="0">
        <a:spcBef>
          <a:spcPct val="20000"/>
        </a:spcBef>
        <a:spcAft>
          <a:spcPct val="0"/>
        </a:spcAft>
        <a:buFont typeface="-윤고딕140" pitchFamily="34" charset="0"/>
        <a:buChar char="–"/>
        <a:defRPr sz="2721" kern="1200">
          <a:solidFill>
            <a:schemeClr val="tx1"/>
          </a:solidFill>
          <a:latin typeface="+mn-lt"/>
          <a:ea typeface="+mn-ea"/>
          <a:cs typeface="+mn-cs"/>
        </a:defRPr>
      </a:lvl2pPr>
      <a:lvl3pPr marL="1127297" indent="-224205" algn="l" defTabSz="901524" rtl="0" eaLnBrk="0" fontAlgn="base" latinLnBrk="1" hangingPunct="0">
        <a:spcBef>
          <a:spcPct val="20000"/>
        </a:spcBef>
        <a:spcAft>
          <a:spcPct val="0"/>
        </a:spcAft>
        <a:buFont typeface="-윤고딕140" pitchFamily="34" charset="0"/>
        <a:buChar char="•"/>
        <a:defRPr sz="2358" kern="1200">
          <a:solidFill>
            <a:schemeClr val="tx1"/>
          </a:solidFill>
          <a:latin typeface="+mn-lt"/>
          <a:ea typeface="+mn-ea"/>
          <a:cs typeface="+mn-cs"/>
        </a:defRPr>
      </a:lvl3pPr>
      <a:lvl4pPr marL="1578842" indent="-224205" algn="l" defTabSz="901524" rtl="0" eaLnBrk="0" fontAlgn="base" latinLnBrk="1" hangingPunct="0">
        <a:spcBef>
          <a:spcPct val="20000"/>
        </a:spcBef>
        <a:spcAft>
          <a:spcPct val="0"/>
        </a:spcAft>
        <a:buFont typeface="-윤고딕140" pitchFamily="34" charset="0"/>
        <a:buChar char="–"/>
        <a:defRPr sz="1995" kern="1200">
          <a:solidFill>
            <a:schemeClr val="tx1"/>
          </a:solidFill>
          <a:latin typeface="+mn-lt"/>
          <a:ea typeface="+mn-ea"/>
          <a:cs typeface="+mn-cs"/>
        </a:defRPr>
      </a:lvl4pPr>
      <a:lvl5pPr marL="2030388" indent="-224205" algn="l" defTabSz="901524" rtl="0" eaLnBrk="0" fontAlgn="base" latinLnBrk="1" hangingPunct="0">
        <a:spcBef>
          <a:spcPct val="20000"/>
        </a:spcBef>
        <a:spcAft>
          <a:spcPct val="0"/>
        </a:spcAft>
        <a:buFont typeface="-윤고딕140" pitchFamily="34" charset="0"/>
        <a:buChar char="»"/>
        <a:defRPr sz="1995" kern="1200">
          <a:solidFill>
            <a:schemeClr val="tx1"/>
          </a:solidFill>
          <a:latin typeface="+mn-lt"/>
          <a:ea typeface="+mn-ea"/>
          <a:cs typeface="+mn-cs"/>
        </a:defRPr>
      </a:lvl5pPr>
      <a:lvl6pPr marL="2483303" indent="-225755" algn="l" defTabSz="903019" rtl="0" eaLnBrk="1" latinLnBrk="1" hangingPunct="1">
        <a:spcBef>
          <a:spcPct val="20000"/>
        </a:spcBef>
        <a:buFont typeface="-윤고딕140" pitchFamily="34" charset="0"/>
        <a:buChar char="•"/>
        <a:defRPr sz="1995" kern="1200">
          <a:solidFill>
            <a:schemeClr val="tx1"/>
          </a:solidFill>
          <a:latin typeface="+mn-lt"/>
          <a:ea typeface="+mn-ea"/>
          <a:cs typeface="+mn-cs"/>
        </a:defRPr>
      </a:lvl6pPr>
      <a:lvl7pPr marL="2934812" indent="-225755" algn="l" defTabSz="903019" rtl="0" eaLnBrk="1" latinLnBrk="1" hangingPunct="1">
        <a:spcBef>
          <a:spcPct val="20000"/>
        </a:spcBef>
        <a:buFont typeface="-윤고딕140" pitchFamily="34" charset="0"/>
        <a:buChar char="•"/>
        <a:defRPr sz="1995" kern="1200">
          <a:solidFill>
            <a:schemeClr val="tx1"/>
          </a:solidFill>
          <a:latin typeface="+mn-lt"/>
          <a:ea typeface="+mn-ea"/>
          <a:cs typeface="+mn-cs"/>
        </a:defRPr>
      </a:lvl7pPr>
      <a:lvl8pPr marL="3386322" indent="-225755" algn="l" defTabSz="903019" rtl="0" eaLnBrk="1" latinLnBrk="1" hangingPunct="1">
        <a:spcBef>
          <a:spcPct val="20000"/>
        </a:spcBef>
        <a:buFont typeface="-윤고딕140" pitchFamily="34" charset="0"/>
        <a:buChar char="•"/>
        <a:defRPr sz="1995" kern="1200">
          <a:solidFill>
            <a:schemeClr val="tx1"/>
          </a:solidFill>
          <a:latin typeface="+mn-lt"/>
          <a:ea typeface="+mn-ea"/>
          <a:cs typeface="+mn-cs"/>
        </a:defRPr>
      </a:lvl8pPr>
      <a:lvl9pPr marL="3837832" indent="-225755" algn="l" defTabSz="903019" rtl="0" eaLnBrk="1" latinLnBrk="1" hangingPunct="1">
        <a:spcBef>
          <a:spcPct val="20000"/>
        </a:spcBef>
        <a:buFont typeface="-윤고딕140" pitchFamily="34" charset="0"/>
        <a:buChar char="•"/>
        <a:defRPr sz="19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03019" rtl="0" eaLnBrk="1" latinLnBrk="1" hangingPunct="1">
        <a:defRPr sz="1814" kern="1200">
          <a:solidFill>
            <a:schemeClr val="tx1"/>
          </a:solidFill>
          <a:latin typeface="+mn-lt"/>
          <a:ea typeface="+mn-ea"/>
          <a:cs typeface="+mn-cs"/>
        </a:defRPr>
      </a:lvl1pPr>
      <a:lvl2pPr marL="451510" algn="l" defTabSz="903019" rtl="0" eaLnBrk="1" latinLnBrk="1" hangingPunct="1">
        <a:defRPr sz="1814" kern="1200">
          <a:solidFill>
            <a:schemeClr val="tx1"/>
          </a:solidFill>
          <a:latin typeface="+mn-lt"/>
          <a:ea typeface="+mn-ea"/>
          <a:cs typeface="+mn-cs"/>
        </a:defRPr>
      </a:lvl2pPr>
      <a:lvl3pPr marL="903019" algn="l" defTabSz="903019" rtl="0" eaLnBrk="1" latinLnBrk="1" hangingPunct="1">
        <a:defRPr sz="1814" kern="1200">
          <a:solidFill>
            <a:schemeClr val="tx1"/>
          </a:solidFill>
          <a:latin typeface="+mn-lt"/>
          <a:ea typeface="+mn-ea"/>
          <a:cs typeface="+mn-cs"/>
        </a:defRPr>
      </a:lvl3pPr>
      <a:lvl4pPr marL="1354529" algn="l" defTabSz="903019" rtl="0" eaLnBrk="1" latinLnBrk="1" hangingPunct="1">
        <a:defRPr sz="1814" kern="1200">
          <a:solidFill>
            <a:schemeClr val="tx1"/>
          </a:solidFill>
          <a:latin typeface="+mn-lt"/>
          <a:ea typeface="+mn-ea"/>
          <a:cs typeface="+mn-cs"/>
        </a:defRPr>
      </a:lvl4pPr>
      <a:lvl5pPr marL="1806038" algn="l" defTabSz="903019" rtl="0" eaLnBrk="1" latinLnBrk="1" hangingPunct="1">
        <a:defRPr sz="1814" kern="1200">
          <a:solidFill>
            <a:schemeClr val="tx1"/>
          </a:solidFill>
          <a:latin typeface="+mn-lt"/>
          <a:ea typeface="+mn-ea"/>
          <a:cs typeface="+mn-cs"/>
        </a:defRPr>
      </a:lvl5pPr>
      <a:lvl6pPr marL="2257547" algn="l" defTabSz="903019" rtl="0" eaLnBrk="1" latinLnBrk="1" hangingPunct="1">
        <a:defRPr sz="1814" kern="1200">
          <a:solidFill>
            <a:schemeClr val="tx1"/>
          </a:solidFill>
          <a:latin typeface="+mn-lt"/>
          <a:ea typeface="+mn-ea"/>
          <a:cs typeface="+mn-cs"/>
        </a:defRPr>
      </a:lvl6pPr>
      <a:lvl7pPr marL="2709058" algn="l" defTabSz="903019" rtl="0" eaLnBrk="1" latinLnBrk="1" hangingPunct="1">
        <a:defRPr sz="1814" kern="1200">
          <a:solidFill>
            <a:schemeClr val="tx1"/>
          </a:solidFill>
          <a:latin typeface="+mn-lt"/>
          <a:ea typeface="+mn-ea"/>
          <a:cs typeface="+mn-cs"/>
        </a:defRPr>
      </a:lvl7pPr>
      <a:lvl8pPr marL="3160568" algn="l" defTabSz="903019" rtl="0" eaLnBrk="1" latinLnBrk="1" hangingPunct="1">
        <a:defRPr sz="1814" kern="1200">
          <a:solidFill>
            <a:schemeClr val="tx1"/>
          </a:solidFill>
          <a:latin typeface="+mn-lt"/>
          <a:ea typeface="+mn-ea"/>
          <a:cs typeface="+mn-cs"/>
        </a:defRPr>
      </a:lvl8pPr>
      <a:lvl9pPr marL="3612077" algn="l" defTabSz="903019" rtl="0" eaLnBrk="1" latinLnBrk="1" hangingPunct="1">
        <a:defRPr sz="181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619150" y="316738"/>
            <a:ext cx="31750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55" dirty="0">
                <a:solidFill>
                  <a:schemeClr val="tx1"/>
                </a:solidFill>
                <a:latin typeface="+mn-ea"/>
                <a:ea typeface="+mn-ea"/>
                <a:cs typeface="나눔고딕OTF ExtraBold"/>
              </a:rPr>
              <a:t>투입인력</a:t>
            </a:r>
            <a:r>
              <a:rPr b="1" spc="-110" dirty="0">
                <a:solidFill>
                  <a:schemeClr val="tx1"/>
                </a:solidFill>
                <a:latin typeface="+mn-ea"/>
                <a:ea typeface="+mn-ea"/>
                <a:cs typeface="나눔고딕OTF ExtraBold"/>
              </a:rPr>
              <a:t> </a:t>
            </a:r>
            <a:r>
              <a:rPr b="1" spc="-155" dirty="0">
                <a:solidFill>
                  <a:schemeClr val="tx1"/>
                </a:solidFill>
                <a:latin typeface="+mn-ea"/>
                <a:ea typeface="+mn-ea"/>
                <a:cs typeface="나눔고딕OTF ExtraBold"/>
              </a:rPr>
              <a:t>프로파일</a:t>
            </a:r>
            <a:r>
              <a:rPr b="1" spc="-100" dirty="0">
                <a:solidFill>
                  <a:schemeClr val="tx1"/>
                </a:solidFill>
                <a:latin typeface="+mn-ea"/>
                <a:ea typeface="+mn-ea"/>
                <a:cs typeface="나눔고딕OTF ExtraBold"/>
              </a:rPr>
              <a:t> </a:t>
            </a:r>
            <a:r>
              <a:rPr lang="en-US" altLang="ko-KR" b="1" spc="165" dirty="0">
                <a:solidFill>
                  <a:schemeClr val="tx1"/>
                </a:solidFill>
                <a:latin typeface="+mn-ea"/>
                <a:ea typeface="+mn-ea"/>
                <a:cs typeface="나눔고딕OTF ExtraBold"/>
              </a:rPr>
              <a:t>-</a:t>
            </a:r>
            <a:r>
              <a:rPr b="1" spc="-95" dirty="0">
                <a:solidFill>
                  <a:schemeClr val="tx1"/>
                </a:solidFill>
                <a:latin typeface="+mn-ea"/>
                <a:ea typeface="+mn-ea"/>
                <a:cs typeface="나눔고딕OTF ExtraBold"/>
              </a:rPr>
              <a:t> </a:t>
            </a:r>
            <a:r>
              <a:rPr lang="ko-KR" altLang="en-US" b="1" spc="-95" dirty="0" smtClean="0">
                <a:solidFill>
                  <a:schemeClr val="tx1"/>
                </a:solidFill>
                <a:latin typeface="+mn-ea"/>
                <a:ea typeface="+mn-ea"/>
                <a:cs typeface="나눔고딕OTF ExtraBold"/>
              </a:rPr>
              <a:t>김승규</a:t>
            </a:r>
            <a:endParaRPr b="1" spc="-125" dirty="0">
              <a:solidFill>
                <a:schemeClr val="tx1"/>
              </a:solidFill>
              <a:latin typeface="+mn-ea"/>
              <a:ea typeface="+mn-ea"/>
              <a:cs typeface="나눔고딕OTF ExtraBold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1549923"/>
              </p:ext>
            </p:extLst>
          </p:nvPr>
        </p:nvGraphicFramePr>
        <p:xfrm>
          <a:off x="579126" y="914400"/>
          <a:ext cx="8641074" cy="11677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6906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3314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0451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0764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106169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945514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262889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807720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1085215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1219200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</a:tblGrid>
              <a:tr h="2876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000" b="1" spc="-25" dirty="0"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성명</a:t>
                      </a:r>
                      <a:endParaRPr sz="1000" dirty="0"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62865" marB="0" anchor="ctr">
                    <a:lnL w="6350">
                      <a:solidFill>
                        <a:srgbClr val="A6A6A6"/>
                      </a:solidFill>
                      <a:prstDash val="solid"/>
                    </a:lnL>
                    <a:lnR w="6350">
                      <a:solidFill>
                        <a:srgbClr val="A6A6A6"/>
                      </a:solidFill>
                      <a:prstDash val="solid"/>
                    </a:lnR>
                    <a:lnT w="6350">
                      <a:solidFill>
                        <a:srgbClr val="A6A6A6"/>
                      </a:solidFill>
                      <a:prstDash val="solid"/>
                    </a:lnT>
                    <a:lnB w="6350">
                      <a:solidFill>
                        <a:srgbClr val="A6A6A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lang="ko-KR" altLang="en-US" sz="1000" spc="-25" dirty="0" smtClean="0"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김승규</a:t>
                      </a:r>
                      <a:endParaRPr sz="1000" dirty="0"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62865" marB="0" anchor="ctr">
                    <a:lnL w="6350">
                      <a:solidFill>
                        <a:srgbClr val="A6A6A6"/>
                      </a:solidFill>
                      <a:prstDash val="solid"/>
                    </a:lnL>
                    <a:lnR w="6350">
                      <a:solidFill>
                        <a:srgbClr val="A6A6A6"/>
                      </a:solidFill>
                      <a:prstDash val="solid"/>
                    </a:lnR>
                    <a:lnT w="6350">
                      <a:solidFill>
                        <a:srgbClr val="A6A6A6"/>
                      </a:solidFill>
                      <a:prstDash val="solid"/>
                    </a:lnT>
                    <a:lnB w="6350">
                      <a:solidFill>
                        <a:srgbClr val="A6A6A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304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000" b="1" spc="-25" dirty="0"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소속</a:t>
                      </a:r>
                      <a:endParaRPr sz="1000" dirty="0"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62865" marB="0" anchor="ctr">
                    <a:lnL w="6350">
                      <a:solidFill>
                        <a:srgbClr val="A6A6A6"/>
                      </a:solidFill>
                      <a:prstDash val="solid"/>
                    </a:lnL>
                    <a:lnR w="6350">
                      <a:solidFill>
                        <a:srgbClr val="A6A6A6"/>
                      </a:solidFill>
                      <a:prstDash val="solid"/>
                    </a:lnR>
                    <a:lnT w="6350">
                      <a:solidFill>
                        <a:srgbClr val="A6A6A6"/>
                      </a:solidFill>
                      <a:prstDash val="solid"/>
                    </a:lnT>
                    <a:lnB w="6350">
                      <a:solidFill>
                        <a:srgbClr val="A6A6A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427990" algn="l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lang="ko-KR" altLang="en-US" sz="1000" spc="-10" dirty="0"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비티소프트</a:t>
                      </a:r>
                      <a:endParaRPr sz="1000" dirty="0"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62865" marB="0" anchor="ctr">
                    <a:lnL w="6350">
                      <a:solidFill>
                        <a:srgbClr val="A6A6A6"/>
                      </a:solidFill>
                      <a:prstDash val="solid"/>
                    </a:lnL>
                    <a:lnR w="6350">
                      <a:solidFill>
                        <a:srgbClr val="A6A6A6"/>
                      </a:solidFill>
                      <a:prstDash val="solid"/>
                    </a:lnR>
                    <a:lnT w="6350">
                      <a:solidFill>
                        <a:srgbClr val="A6A6A6"/>
                      </a:solidFill>
                      <a:prstDash val="solid"/>
                    </a:lnT>
                    <a:lnB w="6350">
                      <a:solidFill>
                        <a:srgbClr val="A6A6A6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000" b="1" spc="-25" dirty="0"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직책</a:t>
                      </a:r>
                      <a:endParaRPr sz="1000" dirty="0"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62865" marB="0" anchor="ctr">
                    <a:lnL w="6350">
                      <a:solidFill>
                        <a:srgbClr val="A6A6A6"/>
                      </a:solidFill>
                      <a:prstDash val="solid"/>
                    </a:lnL>
                    <a:lnR w="6350">
                      <a:solidFill>
                        <a:srgbClr val="A6A6A6"/>
                      </a:solidFill>
                      <a:prstDash val="solid"/>
                    </a:lnR>
                    <a:lnT w="6350">
                      <a:solidFill>
                        <a:srgbClr val="A6A6A6"/>
                      </a:solidFill>
                      <a:prstDash val="solid"/>
                    </a:lnT>
                    <a:lnB w="6350">
                      <a:solidFill>
                        <a:srgbClr val="A6A6A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lang="ko-KR" altLang="en-US" sz="1000" spc="-25" dirty="0" smtClean="0"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책임</a:t>
                      </a:r>
                      <a:endParaRPr sz="1000" dirty="0"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62865" marB="0" anchor="ctr">
                    <a:lnL w="6350">
                      <a:solidFill>
                        <a:srgbClr val="A6A6A6"/>
                      </a:solidFill>
                      <a:prstDash val="solid"/>
                    </a:lnL>
                    <a:lnR w="6350">
                      <a:solidFill>
                        <a:srgbClr val="A6A6A6"/>
                      </a:solidFill>
                      <a:prstDash val="solid"/>
                    </a:lnR>
                    <a:lnT w="6350">
                      <a:solidFill>
                        <a:srgbClr val="A6A6A6"/>
                      </a:solidFill>
                      <a:prstDash val="solid"/>
                    </a:lnT>
                    <a:lnB w="6350">
                      <a:solidFill>
                        <a:srgbClr val="A6A6A6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000" b="1" spc="-25" dirty="0"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연령</a:t>
                      </a:r>
                      <a:endParaRPr sz="1000" dirty="0"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62865" marB="0" anchor="ctr">
                    <a:lnL w="6350">
                      <a:solidFill>
                        <a:srgbClr val="A6A6A6"/>
                      </a:solidFill>
                      <a:prstDash val="solid"/>
                    </a:lnL>
                    <a:lnR w="6350">
                      <a:solidFill>
                        <a:srgbClr val="A6A6A6"/>
                      </a:solidFill>
                      <a:prstDash val="solid"/>
                    </a:lnR>
                    <a:lnT w="6350">
                      <a:solidFill>
                        <a:srgbClr val="A6A6A6"/>
                      </a:solidFill>
                      <a:prstDash val="solid"/>
                    </a:lnT>
                    <a:lnB w="6350">
                      <a:solidFill>
                        <a:srgbClr val="A6A6A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lang="en-US" sz="1000" spc="-25" dirty="0" smtClean="0"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32</a:t>
                      </a:r>
                      <a:r>
                        <a:rPr sz="1000" spc="-25" dirty="0" smtClean="0"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세</a:t>
                      </a:r>
                      <a:endParaRPr sz="1000" dirty="0"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62865" marB="0" anchor="ctr">
                    <a:lnL w="6350">
                      <a:solidFill>
                        <a:srgbClr val="A6A6A6"/>
                      </a:solidFill>
                      <a:prstDash val="solid"/>
                    </a:lnL>
                    <a:lnR w="6350">
                      <a:solidFill>
                        <a:srgbClr val="A6A6A6"/>
                      </a:solidFill>
                      <a:prstDash val="solid"/>
                    </a:lnR>
                    <a:lnT w="6350">
                      <a:solidFill>
                        <a:srgbClr val="A6A6A6"/>
                      </a:solidFill>
                      <a:prstDash val="solid"/>
                    </a:lnT>
                    <a:lnB w="6350">
                      <a:solidFill>
                        <a:srgbClr val="A6A6A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8765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450" dirty="0"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 spc="-25" dirty="0"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학력</a:t>
                      </a:r>
                      <a:endParaRPr sz="1000" dirty="0"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A6A6A6"/>
                      </a:solidFill>
                      <a:prstDash val="solid"/>
                    </a:lnL>
                    <a:lnR w="6350">
                      <a:solidFill>
                        <a:srgbClr val="A6A6A6"/>
                      </a:solidFill>
                      <a:prstDash val="solid"/>
                    </a:lnR>
                    <a:lnT w="6350">
                      <a:solidFill>
                        <a:srgbClr val="A6A6A6"/>
                      </a:solidFill>
                      <a:prstDash val="solid"/>
                    </a:lnT>
                    <a:lnB w="6350">
                      <a:solidFill>
                        <a:srgbClr val="A6A6A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lang="ko-KR" altLang="en-US" sz="1000" dirty="0" smtClean="0"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서원대학교</a:t>
                      </a:r>
                      <a:endParaRPr sz="1000" dirty="0"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62865" marB="0" anchor="ctr">
                    <a:lnL w="6350">
                      <a:solidFill>
                        <a:srgbClr val="A6A6A6"/>
                      </a:solidFill>
                      <a:prstDash val="solid"/>
                    </a:lnL>
                    <a:lnR w="6350">
                      <a:solidFill>
                        <a:srgbClr val="A6A6A6"/>
                      </a:solidFill>
                      <a:prstDash val="solid"/>
                    </a:lnR>
                    <a:lnT w="6350">
                      <a:solidFill>
                        <a:srgbClr val="A6A6A6"/>
                      </a:solidFill>
                      <a:prstDash val="solid"/>
                    </a:lnT>
                    <a:lnB w="6350">
                      <a:solidFill>
                        <a:srgbClr val="A6A6A6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55626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000" b="1" spc="-90" dirty="0"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해당분야</a:t>
                      </a:r>
                      <a:r>
                        <a:rPr sz="1000" b="1" spc="-45" dirty="0"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sz="1000" b="1" spc="-20" dirty="0"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근무경력</a:t>
                      </a:r>
                      <a:endParaRPr sz="1000" dirty="0"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62865" marB="0" anchor="ctr">
                    <a:lnL w="6350">
                      <a:solidFill>
                        <a:srgbClr val="A6A6A6"/>
                      </a:solidFill>
                      <a:prstDash val="solid"/>
                    </a:lnL>
                    <a:lnR w="6350">
                      <a:solidFill>
                        <a:srgbClr val="A6A6A6"/>
                      </a:solidFill>
                      <a:prstDash val="solid"/>
                    </a:lnR>
                    <a:lnT w="6350">
                      <a:solidFill>
                        <a:srgbClr val="A6A6A6"/>
                      </a:solidFill>
                      <a:prstDash val="solid"/>
                    </a:lnT>
                    <a:lnB w="6350">
                      <a:solidFill>
                        <a:srgbClr val="A6A6A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lang="en-US" sz="1000" spc="-80" dirty="0" smtClean="0"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7</a:t>
                      </a:r>
                      <a:r>
                        <a:rPr sz="1000" spc="-80" dirty="0" smtClean="0"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년</a:t>
                      </a:r>
                      <a:endParaRPr sz="1000" dirty="0"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62865" marB="0" anchor="ctr">
                    <a:lnL w="6350">
                      <a:solidFill>
                        <a:srgbClr val="A6A6A6"/>
                      </a:solidFill>
                      <a:prstDash val="solid"/>
                    </a:lnL>
                    <a:lnR w="6350">
                      <a:solidFill>
                        <a:srgbClr val="A6A6A6"/>
                      </a:solidFill>
                      <a:prstDash val="solid"/>
                    </a:lnR>
                    <a:lnT w="6350">
                      <a:solidFill>
                        <a:srgbClr val="A6A6A6"/>
                      </a:solidFill>
                      <a:prstDash val="solid"/>
                    </a:lnT>
                    <a:lnB w="6350">
                      <a:solidFill>
                        <a:srgbClr val="A6A6A6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048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75" marB="0">
                    <a:lnL w="6350">
                      <a:solidFill>
                        <a:srgbClr val="A6A6A6"/>
                      </a:solidFill>
                      <a:prstDash val="solid"/>
                    </a:lnL>
                    <a:lnR w="6350">
                      <a:solidFill>
                        <a:srgbClr val="A6A6A6"/>
                      </a:solidFill>
                      <a:prstDash val="solid"/>
                    </a:lnR>
                    <a:lnT w="6350">
                      <a:solidFill>
                        <a:srgbClr val="A6A6A6"/>
                      </a:solidFill>
                      <a:prstDash val="solid"/>
                    </a:lnT>
                    <a:lnB w="6350">
                      <a:solidFill>
                        <a:srgbClr val="A6A6A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lang="ko-KR" altLang="en-US" sz="1000" spc="-10" dirty="0" smtClean="0"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멀티미디어학과</a:t>
                      </a:r>
                      <a:endParaRPr lang="en-US" altLang="ko-KR" sz="1000" spc="-10" dirty="0"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71120" marB="0" anchor="ctr">
                    <a:lnL w="6350">
                      <a:solidFill>
                        <a:srgbClr val="A6A6A6"/>
                      </a:solidFill>
                      <a:prstDash val="solid"/>
                    </a:lnL>
                    <a:lnR w="6350">
                      <a:solidFill>
                        <a:srgbClr val="A6A6A6"/>
                      </a:solidFill>
                      <a:prstDash val="solid"/>
                    </a:lnR>
                    <a:lnT w="6350">
                      <a:solidFill>
                        <a:srgbClr val="A6A6A6"/>
                      </a:solidFill>
                      <a:prstDash val="solid"/>
                    </a:lnT>
                    <a:lnB w="6350">
                      <a:solidFill>
                        <a:srgbClr val="A6A6A6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lang="ko-KR" altLang="en-US" sz="1000" b="1" spc="-25" dirty="0" smtClean="0"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자격증</a:t>
                      </a:r>
                      <a:endParaRPr sz="1000" dirty="0"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71120" marB="0" anchor="ctr">
                    <a:lnL w="6350">
                      <a:solidFill>
                        <a:srgbClr val="A6A6A6"/>
                      </a:solidFill>
                      <a:prstDash val="solid"/>
                    </a:lnL>
                    <a:lnR w="6350">
                      <a:solidFill>
                        <a:srgbClr val="A6A6A6"/>
                      </a:solidFill>
                      <a:prstDash val="solid"/>
                    </a:lnR>
                    <a:lnT w="6350">
                      <a:solidFill>
                        <a:srgbClr val="A6A6A6"/>
                      </a:solidFill>
                      <a:prstDash val="solid"/>
                    </a:lnT>
                    <a:lnB w="6350">
                      <a:solidFill>
                        <a:srgbClr val="A6A6A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75" algn="ctr">
                        <a:lnSpc>
                          <a:spcPts val="1150"/>
                        </a:lnSpc>
                      </a:pPr>
                      <a:r>
                        <a:rPr lang="en-US" sz="1000" dirty="0"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-</a:t>
                      </a:r>
                      <a:endParaRPr sz="1000" dirty="0"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A6A6A6"/>
                      </a:solidFill>
                      <a:prstDash val="solid"/>
                    </a:lnL>
                    <a:lnR w="6350">
                      <a:solidFill>
                        <a:srgbClr val="A6A6A6"/>
                      </a:solidFill>
                      <a:prstDash val="solid"/>
                    </a:lnR>
                    <a:lnT w="6350">
                      <a:solidFill>
                        <a:srgbClr val="A6A6A6"/>
                      </a:solidFill>
                      <a:prstDash val="solid"/>
                    </a:lnT>
                    <a:lnB w="6350">
                      <a:solidFill>
                        <a:srgbClr val="A6A6A6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876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000" b="1" spc="-90" dirty="0"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본</a:t>
                      </a:r>
                      <a:r>
                        <a:rPr sz="1000" b="1" spc="-45" dirty="0"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sz="1000" b="1" spc="-90" dirty="0"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사업</a:t>
                      </a:r>
                      <a:r>
                        <a:rPr sz="1000" b="1" spc="-55" dirty="0"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sz="1000" b="1" spc="-20" dirty="0"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참여임무</a:t>
                      </a:r>
                      <a:endParaRPr sz="1000" dirty="0"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62865" marB="0" anchor="ctr">
                    <a:lnL w="6350">
                      <a:solidFill>
                        <a:srgbClr val="A6A6A6"/>
                      </a:solidFill>
                      <a:prstDash val="solid"/>
                    </a:lnL>
                    <a:lnR w="6350">
                      <a:solidFill>
                        <a:srgbClr val="A6A6A6"/>
                      </a:solidFill>
                      <a:prstDash val="solid"/>
                    </a:lnR>
                    <a:lnT w="6350">
                      <a:solidFill>
                        <a:srgbClr val="A6A6A6"/>
                      </a:solidFill>
                      <a:prstDash val="solid"/>
                    </a:lnT>
                    <a:lnB w="6350">
                      <a:solidFill>
                        <a:srgbClr val="A6A6A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lang="en-US" sz="1000" spc="-25" dirty="0" smtClean="0"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-</a:t>
                      </a:r>
                      <a:endParaRPr sz="1000" dirty="0"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62865" marB="0" anchor="ctr">
                    <a:lnL w="6350">
                      <a:solidFill>
                        <a:srgbClr val="A6A6A6"/>
                      </a:solidFill>
                      <a:prstDash val="solid"/>
                    </a:lnL>
                    <a:lnR w="6350">
                      <a:solidFill>
                        <a:srgbClr val="A6A6A6"/>
                      </a:solidFill>
                      <a:prstDash val="solid"/>
                    </a:lnR>
                    <a:lnT w="6350">
                      <a:solidFill>
                        <a:srgbClr val="A6A6A6"/>
                      </a:solidFill>
                      <a:prstDash val="solid"/>
                    </a:lnT>
                    <a:lnB w="6350">
                      <a:solidFill>
                        <a:srgbClr val="A6A6A6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3375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000" b="1" spc="-20" dirty="0"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참여기간</a:t>
                      </a:r>
                      <a:endParaRPr sz="1000" dirty="0"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62865" marB="0" anchor="ctr">
                    <a:lnL w="6350">
                      <a:solidFill>
                        <a:srgbClr val="A6A6A6"/>
                      </a:solidFill>
                      <a:prstDash val="solid"/>
                    </a:lnL>
                    <a:lnR w="6350">
                      <a:solidFill>
                        <a:srgbClr val="A6A6A6"/>
                      </a:solidFill>
                      <a:prstDash val="solid"/>
                    </a:lnR>
                    <a:lnT w="6350">
                      <a:solidFill>
                        <a:srgbClr val="A6A6A6"/>
                      </a:solidFill>
                      <a:prstDash val="solid"/>
                    </a:lnT>
                    <a:lnB w="6350">
                      <a:solidFill>
                        <a:srgbClr val="A6A6A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lang="en-US" sz="1000" spc="-25" dirty="0" smtClean="0"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-</a:t>
                      </a:r>
                      <a:endParaRPr sz="1000" dirty="0"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62865" marB="0" anchor="ctr">
                    <a:lnL w="6350">
                      <a:solidFill>
                        <a:srgbClr val="A6A6A6"/>
                      </a:solidFill>
                      <a:prstDash val="solid"/>
                    </a:lnL>
                    <a:lnR w="6350">
                      <a:solidFill>
                        <a:srgbClr val="A6A6A6"/>
                      </a:solidFill>
                      <a:prstDash val="solid"/>
                    </a:lnR>
                    <a:lnT w="6350">
                      <a:solidFill>
                        <a:srgbClr val="A6A6A6"/>
                      </a:solidFill>
                      <a:prstDash val="solid"/>
                    </a:lnT>
                    <a:lnB w="6350">
                      <a:solidFill>
                        <a:srgbClr val="A6A6A6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415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000" b="1" spc="-20" dirty="0"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기술등급</a:t>
                      </a:r>
                      <a:endParaRPr sz="1000" dirty="0"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62865" marB="0" anchor="ctr">
                    <a:lnL w="6350">
                      <a:solidFill>
                        <a:srgbClr val="A6A6A6"/>
                      </a:solidFill>
                      <a:prstDash val="solid"/>
                    </a:lnL>
                    <a:lnR w="6350">
                      <a:solidFill>
                        <a:srgbClr val="A6A6A6"/>
                      </a:solidFill>
                      <a:prstDash val="solid"/>
                    </a:lnR>
                    <a:lnT w="6350">
                      <a:solidFill>
                        <a:srgbClr val="A6A6A6"/>
                      </a:solidFill>
                      <a:prstDash val="solid"/>
                    </a:lnT>
                    <a:lnB w="6350">
                      <a:solidFill>
                        <a:srgbClr val="A6A6A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lang="en-US" altLang="ko-KR" sz="1000" spc="-25" dirty="0" smtClean="0"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-</a:t>
                      </a:r>
                      <a:endParaRPr sz="1000" dirty="0"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62865" marB="0" anchor="ctr">
                    <a:lnL w="6350">
                      <a:solidFill>
                        <a:srgbClr val="A6A6A6"/>
                      </a:solidFill>
                      <a:prstDash val="solid"/>
                    </a:lnL>
                    <a:lnR w="6350">
                      <a:solidFill>
                        <a:srgbClr val="A6A6A6"/>
                      </a:solidFill>
                      <a:prstDash val="solid"/>
                    </a:lnR>
                    <a:lnT w="6350">
                      <a:solidFill>
                        <a:srgbClr val="A6A6A6"/>
                      </a:solidFill>
                      <a:prstDash val="solid"/>
                    </a:lnT>
                    <a:lnB w="6350">
                      <a:solidFill>
                        <a:srgbClr val="A6A6A6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1712782"/>
              </p:ext>
            </p:extLst>
          </p:nvPr>
        </p:nvGraphicFramePr>
        <p:xfrm>
          <a:off x="580712" y="2438400"/>
          <a:ext cx="8639487" cy="35623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3451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42623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95196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27592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75085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000" b="1" spc="-10" dirty="0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프로젝트명</a:t>
                      </a:r>
                      <a:endParaRPr sz="1000" dirty="0"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3683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000" b="1" spc="-90" dirty="0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참여기간</a:t>
                      </a:r>
                      <a:r>
                        <a:rPr sz="1000" b="1" spc="-45" dirty="0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sz="1000" b="1" spc="-10" dirty="0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(년월~년월)</a:t>
                      </a:r>
                      <a:endParaRPr sz="1000" dirty="0"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3683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000" b="1" spc="-20" dirty="0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담당업무</a:t>
                      </a:r>
                      <a:endParaRPr sz="1000" dirty="0"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3683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000" b="1" spc="-25" dirty="0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발주처</a:t>
                      </a:r>
                      <a:endParaRPr sz="1000"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3683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000" b="1" spc="-25" dirty="0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비고</a:t>
                      </a:r>
                      <a:endParaRPr sz="1000"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3683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7E7E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37490">
                <a:tc>
                  <a:txBody>
                    <a:bodyPr/>
                    <a:lstStyle/>
                    <a:p>
                      <a:pPr marL="68580" algn="l">
                        <a:lnSpc>
                          <a:spcPct val="100000"/>
                        </a:lnSpc>
                        <a:spcBef>
                          <a:spcPts val="465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spc="-65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2025</a:t>
                      </a:r>
                      <a:r>
                        <a:rPr lang="ko-KR" altLang="en-US" sz="1000" spc="-65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년 국민건강영양조사지원시스템 기능개선 사업</a:t>
                      </a:r>
                      <a:endParaRPr lang="ko-KR" altLang="en-US" sz="1000" spc="-65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68580" marR="6858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465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spc="-65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2025.07</a:t>
                      </a:r>
                      <a:r>
                        <a:rPr lang="en-US" altLang="ko-KR" sz="1000" spc="-65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 ~</a:t>
                      </a:r>
                      <a:endParaRPr lang="ko-KR" altLang="en-US" sz="1000" spc="-65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465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spc="-65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기획</a:t>
                      </a:r>
                      <a:endParaRPr lang="ko-KR" altLang="en-US" sz="1000" spc="-65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465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spc="-65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질병관리청</a:t>
                      </a:r>
                      <a:endParaRPr lang="ko-KR" altLang="en-US" sz="1000" spc="-65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endParaRPr sz="1000" spc="-65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marL="68580" algn="l">
                        <a:lnSpc>
                          <a:spcPct val="100000"/>
                        </a:lnSpc>
                        <a:spcBef>
                          <a:spcPts val="465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err="1" smtClean="0">
                          <a:latin typeface="+mn-ea"/>
                          <a:ea typeface="+mn-ea"/>
                        </a:rPr>
                        <a:t>리플라이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차 고도화 프로젝트</a:t>
                      </a:r>
                      <a:endParaRPr lang="ko-KR" altLang="en-US" sz="1000" spc="-65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68580" marR="6858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465"/>
                        </a:spcBef>
                        <a:spcAft>
                          <a:spcPts val="0"/>
                        </a:spcAft>
                      </a:pPr>
                      <a:r>
                        <a:rPr lang="en-US" sz="1000" spc="-65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2025.05 </a:t>
                      </a:r>
                      <a:r>
                        <a:rPr lang="en-US" sz="1000" spc="-65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~ </a:t>
                      </a:r>
                      <a:r>
                        <a:rPr lang="en-US" sz="1000" spc="-65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2025.07</a:t>
                      </a:r>
                      <a:endParaRPr lang="ko-KR" altLang="en-US" sz="1000" spc="-65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465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spc="-65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기획</a:t>
                      </a:r>
                      <a:endParaRPr lang="ko-KR" altLang="en-US" sz="1000" spc="-65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465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spc="-65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㈜</a:t>
                      </a:r>
                      <a:r>
                        <a:rPr lang="ko-KR" altLang="en-US" sz="1000" spc="-65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비티소프트</a:t>
                      </a:r>
                      <a:endParaRPr lang="ko-KR" altLang="en-US" sz="1000" spc="-65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endParaRPr sz="1000" spc="-65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marL="68580" algn="l">
                        <a:lnSpc>
                          <a:spcPct val="100000"/>
                        </a:lnSpc>
                        <a:spcBef>
                          <a:spcPts val="465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err="1" smtClean="0">
                          <a:latin typeface="+mn-ea"/>
                          <a:ea typeface="+mn-ea"/>
                        </a:rPr>
                        <a:t>웨어닥터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 서비스기획 </a:t>
                      </a:r>
                      <a:endParaRPr lang="ko-KR" altLang="en-US" sz="1000" spc="-65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68580" marR="6858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465"/>
                        </a:spcBef>
                        <a:spcAft>
                          <a:spcPts val="0"/>
                        </a:spcAft>
                      </a:pPr>
                      <a:r>
                        <a:rPr lang="en-US" sz="1000" spc="-65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2025.03 </a:t>
                      </a:r>
                      <a:r>
                        <a:rPr lang="en-US" sz="1000" spc="-65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~ </a:t>
                      </a:r>
                      <a:r>
                        <a:rPr lang="en-US" sz="1000" spc="-65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2025.05</a:t>
                      </a:r>
                      <a:endParaRPr lang="ko-KR" altLang="en-US" sz="1000" spc="-65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465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spc="-65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기획</a:t>
                      </a:r>
                      <a:endParaRPr lang="ko-KR" altLang="en-US" sz="1000" spc="-65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465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spc="-65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㈜</a:t>
                      </a:r>
                      <a:r>
                        <a:rPr lang="ko-KR" altLang="en-US" sz="1000" spc="-65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비티소프트</a:t>
                      </a:r>
                      <a:endParaRPr lang="ko-KR" altLang="en-US" sz="1000" spc="-65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endParaRPr sz="1000" spc="-65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marL="68580" algn="l">
                        <a:lnSpc>
                          <a:spcPct val="100000"/>
                        </a:lnSpc>
                        <a:spcBef>
                          <a:spcPts val="465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spc="-65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2024</a:t>
                      </a:r>
                      <a:r>
                        <a:rPr lang="ko-KR" altLang="en-US" sz="1000" spc="-65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년 국민건강영양조사지원시스템 기능개선 사업</a:t>
                      </a:r>
                      <a:endParaRPr lang="ko-KR" altLang="en-US" sz="1000" spc="-65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68580" marR="6858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858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465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spc="-65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2024.06 ~ 2024.12</a:t>
                      </a:r>
                      <a:endParaRPr lang="en-US" altLang="ko-KR" sz="1000" spc="-65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5996" marB="35996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465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spc="-65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기획</a:t>
                      </a:r>
                      <a:endParaRPr lang="ko-KR" altLang="en-US" sz="1000" spc="-65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465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spc="-65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질병관리청</a:t>
                      </a:r>
                      <a:endParaRPr lang="ko-KR" altLang="en-US" sz="1000" spc="-65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endParaRPr sz="1000" spc="-65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237490">
                <a:tc>
                  <a:txBody>
                    <a:bodyPr/>
                    <a:lstStyle/>
                    <a:p>
                      <a:pPr marL="6858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465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spc="-65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2023</a:t>
                      </a:r>
                      <a:r>
                        <a:rPr lang="ko-KR" altLang="en-US" sz="1000" spc="-65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년 국민건강영양조사지원시스템</a:t>
                      </a:r>
                      <a:r>
                        <a:rPr lang="ko-KR" altLang="en-US" sz="1000" spc="-65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 재설계</a:t>
                      </a:r>
                      <a:r>
                        <a:rPr lang="en-US" altLang="ko-KR" sz="1000" spc="-65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lang="ko-KR" altLang="en-US" sz="1000" spc="-65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및 기능개선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465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spc="-65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2023.07 </a:t>
                      </a:r>
                      <a:r>
                        <a:rPr lang="en-US" altLang="ko-KR" sz="1000" spc="-65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~ </a:t>
                      </a:r>
                      <a:r>
                        <a:rPr lang="en-US" altLang="ko-KR" sz="1000" spc="-65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2023.12</a:t>
                      </a:r>
                      <a:endParaRPr lang="en-US" altLang="ko-KR" sz="1000" spc="-65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5996" marB="35996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465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spc="-65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기획</a:t>
                      </a:r>
                      <a:endParaRPr lang="ko-KR" altLang="en-US" sz="1000" spc="-65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465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spc="-65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질병관리청</a:t>
                      </a:r>
                      <a:endParaRPr lang="ko-KR" altLang="en-US" sz="1000" spc="-65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endParaRPr sz="1000" spc="-65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marL="68580" algn="l">
                        <a:lnSpc>
                          <a:spcPct val="100000"/>
                        </a:lnSpc>
                        <a:spcBef>
                          <a:spcPts val="465"/>
                        </a:spcBef>
                        <a:spcAft>
                          <a:spcPts val="500"/>
                        </a:spcAft>
                      </a:pP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KTPASS 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캐시파이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000" dirty="0" err="1" smtClean="0">
                          <a:latin typeface="+mn-ea"/>
                          <a:ea typeface="+mn-ea"/>
                        </a:rPr>
                        <a:t>Cashify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시스템 프로젝트</a:t>
                      </a:r>
                      <a:endParaRPr lang="ko-KR" altLang="en-US" sz="1000" spc="-65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68580" marR="6858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465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spc="-65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2023.04 </a:t>
                      </a:r>
                      <a:r>
                        <a:rPr lang="en-US" altLang="ko-KR" sz="1000" spc="-65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~ 2013.12</a:t>
                      </a:r>
                    </a:p>
                  </a:txBody>
                  <a:tcPr marL="72000" marR="72000" marT="35996" marB="35996" anchor="ctr" horzOverflow="overflow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465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spc="-65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기획</a:t>
                      </a:r>
                      <a:endParaRPr lang="ko-KR" altLang="en-US" sz="1000" spc="-65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68580" marR="6858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465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spc="-65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㈜</a:t>
                      </a:r>
                      <a:r>
                        <a:rPr lang="en-US" sz="1000" spc="-65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KT</a:t>
                      </a:r>
                      <a:endParaRPr lang="ko-KR" altLang="en-US" sz="1000" spc="-65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endParaRPr sz="1000" spc="-65">
                        <a:solidFill>
                          <a:schemeClr val="tx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237490">
                <a:tc>
                  <a:txBody>
                    <a:bodyPr/>
                    <a:lstStyle/>
                    <a:p>
                      <a:pPr marL="6858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465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롯데홈쇼핑</a:t>
                      </a:r>
                      <a:r>
                        <a:rPr lang="ko-KR" altLang="en-US" sz="1000" b="0" i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상품정보 고도화 프로젝트</a:t>
                      </a:r>
                      <a:endParaRPr lang="ko-KR" altLang="en-US" sz="1000" spc="-65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68580" marR="6858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465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spc="-65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2022.07 ~ 2022.12</a:t>
                      </a:r>
                      <a:endParaRPr lang="en-US" altLang="ko-KR" sz="1000" spc="-65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5996" marB="35996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465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spc="-65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기획</a:t>
                      </a:r>
                      <a:endParaRPr lang="ko-KR" altLang="en-US" sz="1000" spc="-65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465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spc="-65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㈜</a:t>
                      </a:r>
                      <a:r>
                        <a:rPr lang="ko-KR" altLang="en-US" sz="1000" spc="-65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롯데홈쇼핑</a:t>
                      </a:r>
                      <a:endParaRPr lang="ko-KR" altLang="en-US" sz="1000" spc="-65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endParaRPr sz="1000" spc="-65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marL="68580" algn="l">
                        <a:lnSpc>
                          <a:spcPct val="100000"/>
                        </a:lnSpc>
                        <a:spcBef>
                          <a:spcPts val="465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신세계 </a:t>
                      </a:r>
                      <a:r>
                        <a:rPr lang="ko-KR" altLang="en-US" sz="1000" dirty="0" err="1" smtClean="0">
                          <a:latin typeface="+mn-ea"/>
                          <a:ea typeface="+mn-ea"/>
                        </a:rPr>
                        <a:t>이마트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dirty="0" err="1" smtClean="0">
                          <a:latin typeface="+mn-ea"/>
                          <a:ea typeface="+mn-ea"/>
                        </a:rPr>
                        <a:t>eCvan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dirty="0" err="1" smtClean="0">
                          <a:latin typeface="+mn-ea"/>
                          <a:ea typeface="+mn-ea"/>
                        </a:rPr>
                        <a:t>재구축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 프로젝트</a:t>
                      </a:r>
                      <a:endParaRPr lang="ko-KR" altLang="en-US" sz="1000" spc="-65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68580" marR="6858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465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spc="-65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2022.02 </a:t>
                      </a:r>
                      <a:r>
                        <a:rPr lang="en-US" altLang="ko-KR" sz="1000" spc="-65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~ </a:t>
                      </a:r>
                      <a:r>
                        <a:rPr lang="en-US" altLang="ko-KR" sz="1000" spc="-65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2022.06</a:t>
                      </a:r>
                      <a:endParaRPr lang="en-US" altLang="ko-KR" sz="1000" spc="-65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5996" marB="35996" anchor="ctr" horzOverflow="overflow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46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spc="-65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기획</a:t>
                      </a:r>
                      <a:endParaRPr lang="en-US" altLang="ko-KR" sz="1000" spc="-65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lang="ko-KR" altLang="en-US" sz="1000" spc="-65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㈜신세계 </a:t>
                      </a:r>
                      <a:r>
                        <a:rPr lang="ko-KR" altLang="en-US" sz="1000" spc="-65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아이앤씨</a:t>
                      </a:r>
                      <a:endParaRPr sz="1000" spc="-65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endParaRPr sz="1000" spc="-65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237490">
                <a:tc>
                  <a:txBody>
                    <a:bodyPr/>
                    <a:lstStyle/>
                    <a:p>
                      <a:pPr marL="68580" algn="l">
                        <a:lnSpc>
                          <a:spcPct val="100000"/>
                        </a:lnSpc>
                        <a:spcBef>
                          <a:spcPts val="465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i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영업관리시스템 </a:t>
                      </a:r>
                      <a:r>
                        <a:rPr lang="ko-KR" altLang="en-US" sz="1000" b="0" i="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리뉴얼</a:t>
                      </a:r>
                      <a:endParaRPr lang="ko-KR" altLang="en-US" sz="1000" spc="-65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68580" marR="6858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858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465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spc="-65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2020.11~2021.02</a:t>
                      </a:r>
                      <a:endParaRPr lang="en-US" altLang="ko-KR" sz="1000" spc="-65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5996" marB="35996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858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46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spc="-65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기획</a:t>
                      </a:r>
                      <a:endParaRPr lang="en-US" altLang="ko-KR" sz="1000" spc="-65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lang="ko-KR" altLang="en-US" sz="1000" spc="-65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㈜</a:t>
                      </a:r>
                      <a:r>
                        <a:rPr lang="ko-KR" altLang="en-US" sz="1000" spc="-65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소만사</a:t>
                      </a:r>
                      <a:endParaRPr sz="1000" spc="-65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endParaRPr sz="1000" spc="-65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marL="68580" algn="l">
                        <a:lnSpc>
                          <a:spcPct val="100000"/>
                        </a:lnSpc>
                        <a:spcBef>
                          <a:spcPts val="465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i="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현대모비스</a:t>
                      </a:r>
                      <a:r>
                        <a:rPr lang="ko-KR" altLang="en-US" sz="1000" b="0" i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R&amp;D SW </a:t>
                      </a:r>
                      <a:r>
                        <a:rPr lang="ko-KR" altLang="en-US" sz="1000" b="0" i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분석관리 솔루션 구축</a:t>
                      </a:r>
                      <a:endParaRPr lang="ko-KR" altLang="en-US" sz="1000" spc="-65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68580" marR="6858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465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spc="-65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2020.07~2020.10</a:t>
                      </a:r>
                      <a:endParaRPr lang="en-US" altLang="ko-KR" sz="1000" spc="-65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5996" marB="35996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46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spc="-65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기획</a:t>
                      </a:r>
                      <a:endParaRPr lang="en-US" altLang="ko-KR" sz="1000" spc="-65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lang="ko-KR" altLang="en-US" sz="1000" spc="-65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㈜</a:t>
                      </a:r>
                      <a:r>
                        <a:rPr lang="ko-KR" altLang="en-US" sz="1000" spc="-65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현대모비스</a:t>
                      </a:r>
                      <a:endParaRPr sz="1000" spc="-65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endParaRPr sz="1000" spc="-65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marL="68580" algn="l">
                        <a:lnSpc>
                          <a:spcPct val="100000"/>
                        </a:lnSpc>
                        <a:spcBef>
                          <a:spcPts val="465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i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라이선스 사용량 실용화 시스템</a:t>
                      </a:r>
                      <a:endParaRPr lang="ko-KR" altLang="en-US" sz="1000" spc="-65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68580" marR="6858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465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spc="-65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2019.09 ~ 2019.12</a:t>
                      </a:r>
                      <a:endParaRPr lang="en-US" altLang="ko-KR" sz="1000" spc="-65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5996" marB="35996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46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spc="-65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기획</a:t>
                      </a:r>
                      <a:endParaRPr lang="en-US" altLang="ko-KR" sz="1000" spc="-65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lang="ko-KR" altLang="en-US" sz="1000" spc="-65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㈜닥터소프트</a:t>
                      </a:r>
                      <a:endParaRPr sz="1000" spc="-65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endParaRPr sz="1000" spc="-65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marL="68580" algn="l">
                        <a:lnSpc>
                          <a:spcPct val="100000"/>
                        </a:lnSpc>
                        <a:spcBef>
                          <a:spcPts val="465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i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고철계량시스템 구축</a:t>
                      </a:r>
                      <a:r>
                        <a:rPr lang="en-US" altLang="ko-KR" sz="1000" b="0" i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스마트 </a:t>
                      </a:r>
                      <a:r>
                        <a:rPr lang="ko-KR" altLang="en-US" sz="1000" b="0" i="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팩토리</a:t>
                      </a:r>
                      <a:r>
                        <a:rPr lang="ko-KR" altLang="en-US" sz="1000" b="0" i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ERP)</a:t>
                      </a:r>
                      <a:endParaRPr lang="ko-KR" altLang="en-US" sz="1000" spc="-65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68580" marR="6858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465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spc="-65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2019.05</a:t>
                      </a:r>
                      <a:r>
                        <a:rPr lang="en-US" altLang="ko-KR" sz="1000" spc="-65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 ~ 2019.08</a:t>
                      </a:r>
                      <a:endParaRPr lang="en-US" altLang="ko-KR" sz="1000" spc="-65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5996" marB="35996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46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spc="-65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기획</a:t>
                      </a:r>
                      <a:endParaRPr lang="en-US" altLang="ko-KR" sz="1000" spc="-65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lang="ko-KR" altLang="en-US" sz="1000" spc="-65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㈜</a:t>
                      </a:r>
                      <a:r>
                        <a:rPr lang="ko-KR" altLang="en-US" sz="1000" spc="-65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대한강업</a:t>
                      </a:r>
                      <a:endParaRPr sz="1000" spc="-65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endParaRPr sz="1000" spc="-65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74980">
                <a:tc gridSpan="5">
                  <a:txBody>
                    <a:bodyPr/>
                    <a:lstStyle/>
                    <a:p>
                      <a:pPr marL="68580" algn="l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lang="ko-KR" altLang="en-US" sz="1000" spc="-65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  </a:t>
                      </a:r>
                      <a:r>
                        <a:rPr lang="ko-KR" altLang="en-US" sz="1000" spc="-65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㈜</a:t>
                      </a:r>
                      <a:r>
                        <a:rPr lang="ko-KR" altLang="en-US" sz="1000" spc="-65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위크앤데이</a:t>
                      </a:r>
                      <a:r>
                        <a:rPr lang="ko-KR" altLang="en-US" sz="1000" spc="-65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lang="en-US" altLang="ko-KR" sz="1000" spc="-65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: </a:t>
                      </a:r>
                      <a:r>
                        <a:rPr lang="en-US" altLang="ko-KR" sz="1000" spc="-65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2019.04~2021.09</a:t>
                      </a:r>
                      <a:r>
                        <a:rPr lang="en-US" altLang="ko-KR" sz="1000" spc="-65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, </a:t>
                      </a:r>
                      <a:r>
                        <a:rPr lang="ko-KR" altLang="en-US" sz="1000" spc="-65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사원</a:t>
                      </a:r>
                      <a:r>
                        <a:rPr lang="en-US" altLang="ko-KR" sz="1000" spc="-65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, </a:t>
                      </a:r>
                      <a:r>
                        <a:rPr lang="ko-KR" altLang="en-US" sz="1000" spc="-65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서비스기획</a:t>
                      </a:r>
                      <a:endParaRPr lang="ko-KR" altLang="en-US" sz="1000" spc="-65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  <a:p>
                      <a:pPr marL="68580" algn="l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lang="ko-KR" altLang="en-US" sz="1000" spc="-65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  </a:t>
                      </a:r>
                      <a:r>
                        <a:rPr lang="ko-KR" altLang="en-US" sz="1000" spc="-65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㈜</a:t>
                      </a:r>
                      <a:r>
                        <a:rPr lang="ko-KR" altLang="en-US" sz="1000" spc="-65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비티소프트</a:t>
                      </a:r>
                      <a:r>
                        <a:rPr lang="ko-KR" altLang="en-US" sz="1000" spc="-65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lang="en-US" altLang="ko-KR" sz="1000" spc="-65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: </a:t>
                      </a:r>
                      <a:r>
                        <a:rPr lang="en-US" altLang="ko-KR" sz="1000" spc="-65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2021.01 ~2025.08, </a:t>
                      </a:r>
                      <a:r>
                        <a:rPr lang="ko-KR" altLang="en-US" sz="1000" spc="-65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책임</a:t>
                      </a:r>
                      <a:r>
                        <a:rPr lang="en-US" altLang="ko-KR" sz="1000" spc="-65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, SI </a:t>
                      </a:r>
                      <a:r>
                        <a:rPr lang="ko-KR" altLang="en-US" sz="1000" spc="-65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기획</a:t>
                      </a:r>
                      <a:endParaRPr lang="en-US" altLang="ko-KR" sz="1000" spc="-65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5905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endParaRPr sz="1000" spc="-65" dirty="0">
                        <a:solidFill>
                          <a:schemeClr val="tx1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5905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endParaRPr sz="1000" spc="-65" dirty="0">
                        <a:solidFill>
                          <a:schemeClr val="tx1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5905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endParaRPr sz="1000" spc="-65" dirty="0">
                        <a:solidFill>
                          <a:schemeClr val="tx1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5905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endParaRPr sz="1000" spc="-65">
                        <a:solidFill>
                          <a:schemeClr val="tx1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814380" y="2209800"/>
            <a:ext cx="513080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70" dirty="0">
                <a:latin typeface="+mn-ea"/>
                <a:ea typeface="+mn-ea"/>
                <a:cs typeface="KoPubWorld돋움체 Medium" panose="00000600000000000000" pitchFamily="2" charset="-127"/>
              </a:rPr>
              <a:t>경력사항</a:t>
            </a:r>
            <a:endParaRPr sz="1100" dirty="0">
              <a:latin typeface="+mn-ea"/>
              <a:ea typeface="+mn-ea"/>
              <a:cs typeface="KoPubWorld돋움체 Medium" panose="00000600000000000000" pitchFamily="2" charset="-127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83139" y="2251964"/>
            <a:ext cx="110489" cy="110489"/>
          </a:xfrm>
          <a:custGeom>
            <a:avLst/>
            <a:gdLst/>
            <a:ahLst/>
            <a:cxnLst/>
            <a:rect l="l" t="t" r="r" b="b"/>
            <a:pathLst>
              <a:path w="110490" h="110489">
                <a:moveTo>
                  <a:pt x="55143" y="0"/>
                </a:moveTo>
                <a:lnTo>
                  <a:pt x="0" y="55245"/>
                </a:lnTo>
                <a:lnTo>
                  <a:pt x="55143" y="110362"/>
                </a:lnTo>
                <a:lnTo>
                  <a:pt x="110286" y="55245"/>
                </a:lnTo>
                <a:lnTo>
                  <a:pt x="55143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별첨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-윤고딕140"/>
        <a:ea typeface=""/>
        <a:cs typeface=""/>
        <a:font script="Jpan" typeface="ＭＳ Ｐゴシック"/>
        <a:font script="Hang" typeface="-윤고딕140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-윤고딕140"/>
        <a:ea typeface=""/>
        <a:cs typeface=""/>
        <a:font script="Jpan" typeface="ＭＳ Ｐゴシック"/>
        <a:font script="Hang" typeface="-윤고딕140"/>
        <a:font script="Hans" typeface="宋体"/>
        <a:font script="Hant" typeface="新細明體"/>
        <a:font script="Arab" typeface="-윤고딕140"/>
        <a:font script="Hebr" typeface="-윤고딕140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-윤고딕140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C000"/>
        </a:solidFill>
        <a:ln w="9525">
          <a:solidFill>
            <a:schemeClr val="bg1">
              <a:lumMod val="75000"/>
            </a:schemeClr>
          </a:solidFill>
          <a:prstDash val="solid"/>
        </a:ln>
      </a:spPr>
      <a:bodyPr lIns="83969" tIns="41985" rIns="83969" bIns="41985" rtlCol="0" anchor="ctr"/>
      <a:lstStyle>
        <a:defPPr marL="171450" indent="-171450" defTabSz="957838" fontAlgn="auto" latinLnBrk="0">
          <a:spcBef>
            <a:spcPts val="0"/>
          </a:spcBef>
          <a:spcAft>
            <a:spcPts val="0"/>
          </a:spcAft>
          <a:buFont typeface="-윤고딕140" pitchFamily="34" charset="0"/>
          <a:buChar char="•"/>
          <a:defRPr kumimoji="0" sz="1200" dirty="0" smtClean="0">
            <a:solidFill>
              <a:schemeClr val="tx1"/>
            </a:solidFill>
            <a:latin typeface="-윤고딕140" pitchFamily="50" charset="-127"/>
            <a:ea typeface="-윤고딕140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sz="1000" smtClean="0">
            <a:latin typeface="-윤고딕140" pitchFamily="50" charset="-127"/>
            <a:ea typeface="-윤고딕140" pitchFamily="50" charset="-127"/>
          </a:defRPr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</TotalTime>
  <Words>185</Words>
  <Application>Microsoft Office PowerPoint</Application>
  <PresentationFormat>A4 용지(210x297mm)</PresentationFormat>
  <Paragraphs>79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</vt:i4>
      </vt:variant>
    </vt:vector>
  </HeadingPairs>
  <TitlesOfParts>
    <vt:vector size="13" baseType="lpstr">
      <vt:lpstr>Arial Unicode MS</vt:lpstr>
      <vt:lpstr>KoPubWorld돋움체 Medium</vt:lpstr>
      <vt:lpstr>나눔고딕 Bold</vt:lpstr>
      <vt:lpstr>나눔고딕 ExtraBold</vt:lpstr>
      <vt:lpstr>나눔고딕OTF ExtraBold</vt:lpstr>
      <vt:lpstr>맑은 고딕</vt:lpstr>
      <vt:lpstr>-윤고딕140</vt:lpstr>
      <vt:lpstr>-윤고딕320</vt:lpstr>
      <vt:lpstr>Calibri</vt:lpstr>
      <vt:lpstr>Wingdings</vt:lpstr>
      <vt:lpstr>Office Theme</vt:lpstr>
      <vt:lpstr>1_별첨</vt:lpstr>
      <vt:lpstr>투입인력 프로파일 - 김승규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투입인력 프로파일 - 김승규</dc:title>
  <dc:creator>BT</dc:creator>
  <cp:lastModifiedBy>Microsoft 계정</cp:lastModifiedBy>
  <cp:revision>16</cp:revision>
  <dcterms:created xsi:type="dcterms:W3CDTF">2025-04-10T05:08:48Z</dcterms:created>
  <dcterms:modified xsi:type="dcterms:W3CDTF">2025-08-19T01:38:16Z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2024-06-11T00:00:00Z</vt:filetime>
  </property>
  <property fmtid="{D5CDD505-2E9C-101B-9397-08002B2CF9AE}" pid="3" name="Creator">
    <vt:lpwstr>nPDF (pdftk 1.41)</vt:lpwstr>
  </property>
  <property fmtid="{D5CDD505-2E9C-101B-9397-08002B2CF9AE}" pid="4" name="LastSaved">
    <vt:filetime>2025-04-10T00:00:00Z</vt:filetime>
  </property>
  <property fmtid="{D5CDD505-2E9C-101B-9397-08002B2CF9AE}" pid="5" name="Producer">
    <vt:lpwstr>itext-paulo-155 (itextpdf.sf.net-lowagie.com)</vt:lpwstr>
  </property>
</Properties>
</file>